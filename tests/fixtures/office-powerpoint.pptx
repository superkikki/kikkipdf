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10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B77784-60A1-B827-E7CF-C302908BB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A2937C-F188-894C-0EA0-733E0D10B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D2AC2C-1F75-8488-5201-7F1129AEA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93680D-E0F6-5C1C-99B8-1B02FC5F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39C6BE-D066-4839-A9D2-27681E4A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15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45A77F-7322-EADC-EA62-DE975849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A1B162-8A75-C1D2-33E6-F1C804B6A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711830-BFDF-6498-71FA-0A57EF050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E8457F-CDDA-7977-2289-D219D3F8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DD6A3C-A9B6-F0F8-592B-CC4918316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65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754C7D-C97D-7F00-5405-26798FD99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137122-C340-1CA7-A0AD-9BB657AF3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EAF1AB-D295-F03D-3F11-F5F09B9E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19118B-2686-3B5C-7BFB-3E4C344E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A43F6F-639C-816A-6650-D0CB6E49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558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61959D-2BC7-0C60-3D29-E5CA09EB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6D3887-D658-D72D-DFFF-707335F4D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19E13D-E432-35BB-DFF0-E5341B133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90B6E0-D4D5-87E4-4E26-00152D02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57D2AA-45EA-6D3F-04C5-D678405B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82287A-AD28-CF27-D291-9015481E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3691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0C4B70-7541-3F29-7F1D-589DBC2F7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241B84-787D-12C3-C8C5-53D96FC6F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535486-FEDC-FF92-A496-87BF65B9D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14A7E8C-E3B2-DB00-C170-38C379451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B34F42D-3F95-3758-8222-E1B36BD37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AE3C842-12B5-A791-BA07-413C919E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0EA8818-59F3-4D51-27B3-455B4FF3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E87B745-9BA8-CC39-2E7D-A5AEFC07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551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B60C1-FB97-9C6E-08A8-EDE456F9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9CC8B23-7C78-CFA4-B522-1F083730E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6AB40D6-1A1F-0762-373E-C644F5A8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61737-2557-BD80-003A-AE363F5C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8501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51A34B-ED4A-AF9A-7070-B25423DA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037012-34E5-AB9F-B6D7-5C94157F7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89731E-8239-0E8A-B041-894CB7C11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4952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C5AC0C-AB26-D1BB-76CD-93644958E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E84666-2DAF-BA07-A4B8-D30560157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2CF10D-99BE-3736-AC70-0D103F44D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274D82-B3FA-59DD-DEC5-49419086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79612A-57A6-AF7F-B07F-CA3565A34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53A86B-BC0D-C6CE-5F9D-BA89139DE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37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65D668-000C-07AA-98C5-3E0869A63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7526FC9-B960-8AD5-59AC-18EB2438E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BBF563-E07E-D765-1D42-FC8FC57C7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C2F96F-E029-CDC5-8112-AF653D98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0449A0-2137-B6AA-00CF-172BF90F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685279-50C5-23B4-BB6F-58EA16FB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303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6C115A-8330-671E-0951-C0A1EEEC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C1A4522-399A-1E5C-A7C3-35DEB0FA6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ADFC9A-4EA4-AD03-D925-456468AD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E8F661-601A-42CF-28C1-C5868C671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CAC917-CEC2-BCD6-CC9B-CB8AA05C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88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4FDC091-5777-B70D-016A-53BD85C9B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C8157A-0C2F-4705-2E76-20572A8E3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B2EAE0-A80C-3932-D3DC-9075AB6E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1FCECE-90E7-BF2E-410A-F7C82EC6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24B25E-4573-B87D-79BC-35D4F046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396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D65EDD-65C3-078E-FFCD-8CA8D86EA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4DC141-C1BD-E3E0-EB53-9DA3CFEBE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DE5B99-6006-0665-C656-178022ED5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D6AE8-29B8-4CD0-87E6-F3EBF8967340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C2356D-093E-1334-820E-E7FF32C95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632BF8-4C92-A83D-ABF9-AB0B870D79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9EB11-9116-413C-A135-3B300D8FD2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17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A368A2-2920-D22F-C2A0-958987425360}"/>
              </a:ext>
            </a:extLst>
          </p:cNvPr>
          <p:cNvSpPr txBox="1"/>
          <p:nvPr/>
        </p:nvSpPr>
        <p:spPr>
          <a:xfrm>
            <a:off x="381000" y="381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KIKKI POWERPOINT TEST 456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9330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Kikki PDF test</dc:creator>
  <cp:lastModifiedBy>Kikki PDF test</cp:lastModifiedBy>
  <cp:revision>1</cp:revision>
  <dcterms:created xsi:type="dcterms:W3CDTF">2026-10-27T12:21:28Z</dcterms:created>
  <dcterms:modified xsi:type="dcterms:W3CDTF">2026-10-27T12:21:28Z</dcterms:modified>
</cp:coreProperties>
</file>